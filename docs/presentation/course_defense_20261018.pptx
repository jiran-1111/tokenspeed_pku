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保留会话状态，减少历史重算
Ascend统一四模型部署、原生Agent负载与有限正确性验证
最终报告：docs/report/course_project_final_20261018.md。实际代码、实验与材料由AI工具辅助完成。最终配置同源1415项实现清单与报告分别核验。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统一执行路径，状态随会话保留
复用上游Engine、C++调度和混合缓存；课程实现集成于原fork
上游起点cf4a4f89；最终报告第1、2节。工具是脚本受控注入，不是模型自主选择工具。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数值、greedy与Session分别验收
通过哪一层，就只对哪一层作结论
HW1独立提交1d113e54，最终报告第3节；R5头精度分析见docs/project/9b_lm_head_precision_20261015.md。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独立性能臂，不混入质量控制竞争
每模型2会话 × 16轮 × 8输出；第8轮前求和465并等待2秒
R9r2协议SHA c9bdb5b7e6f5d766a1f862b499410c97ba6019e51a5d46139b0186525d0259af；完整报告docs/project/native_agent_performance_20261018.md。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首字延迟：四模型均观察到下降
横轴为对数；每个数是三轮各32请求P50的中位数，非全请求合并P50
R9r2 audit.json paired_repetitions；三轮描述性观测，不是置信区间或通用最优结论。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吞吐收益与HBM占用同时报告
吞吐wall包含工具等待；HBM为全运行观察峰值，非瞬时峰值或仅KV
主性能为R9r2的768正式请求；每模型192。最终1415源中原1409项实现字节一致。HBM包括预热/臂间，未证明Session减少预分配HBM。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最终配置在同一源快照再次验证
1415项清单；原1409项实现不变，仅新增4个final与2个TP候选配置
最终源SHA d05a47d932b519b6e50ed0c668725935d93b744fffffa68e95f37a0227f6c6ea；docs/evidence/course_final_20261018/verification.json。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精度修复有代价，Profiler也有边界
不给失败改名，不把任务累计时长当端到端耗时
9B头精度成本为R5源；HW1 Profiler为固定1396源、127实际Decode步；均不冒称最终1415源新采。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责任均衡，实际执行如实披露
责任边界不是成员个人工时或亲自执行记录
最终报告第7节。实际代码、服务器实验、原始同步、分析及报告均由AI工具辅助完成；不宣称已完成学生个人理解考核。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可复现交付与答辩关注点
固定分支、明确配置、原始哈希、完整失败记录
分支course/final-20261018；HW1固定1d113e54；R9固定82788a85。教学网由用户本人提交。演示命令见docs/project/final_delivery_20261018.md。
图像页面；可编辑文本与绘制来源见slides.json及生成脚本。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_learn\hm\class_\AI_computing_\hm1\.tmp\defense-build\render-r3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智能计算系统课程项目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面向Agent负载的Ascend大模型推理系统优化</dc:title>
  <dc:subject>固定轨迹、同源验证、独立Session ON/OFF性能</dc:subject>
  <dc:creator>张晟祺、李书砚、计然（AI工具辅助制作）</dc:creator>
  <cp:lastModifiedBy>张晟祺、李书砚、计然（AI工具辅助制作）</cp:lastModifiedBy>
  <cp:revision>1</cp:revision>
  <dcterms:created xsi:type="dcterms:W3CDTF">2026-10-18T01:52:56Z</dcterms:created>
  <dcterms:modified xsi:type="dcterms:W3CDTF">2026-10-18T01:52:56Z</dcterms:modified>
</cp:coreProperties>
</file>